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1" r:id="rId10"/>
    <p:sldId id="580"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19-01-2026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1/19/2026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94127" y="1045029"/>
            <a:ext cx="4746772" cy="199675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2800" dirty="0">
              <a:latin typeface="Aptos"/>
            </a:endParaRPr>
          </a:p>
          <a:p>
            <a:pPr algn="l"/>
            <a:br>
              <a:rPr lang="en-US" sz="2800" b="1" dirty="0"/>
            </a:br>
            <a:r>
              <a:rPr lang="en-US" sz="2400" b="1" u="sng" cap="all" dirty="0">
                <a:latin typeface="Aptos"/>
              </a:rPr>
              <a:t>PROJECT TITLE</a:t>
            </a:r>
            <a:r>
              <a:rPr lang="en-US" sz="2400" b="1" cap="all" dirty="0">
                <a:latin typeface="Aptos"/>
              </a:rPr>
              <a:t>: HR ANALYTICS AND ATTRITION DASHBOARD</a:t>
            </a:r>
            <a:endParaRPr lang="en-US" sz="2400" dirty="0">
              <a:latin typeface="Aptos"/>
            </a:endParaRPr>
          </a:p>
          <a:p>
            <a:pPr algn="l"/>
            <a:endParaRPr lang="en-US" sz="28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373712"/>
            <a:ext cx="4454924" cy="2868468"/>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Ritik </a:t>
            </a:r>
            <a:r>
              <a:rPr lang="en-US" sz="1600" b="1" cap="all" dirty="0" err="1"/>
              <a:t>shyambabu</a:t>
            </a:r>
            <a:r>
              <a:rPr lang="en-US" sz="1600" b="1" cap="all" dirty="0"/>
              <a:t> </a:t>
            </a:r>
            <a:r>
              <a:rPr lang="en-US" sz="1600" b="1" cap="all" dirty="0" err="1"/>
              <a:t>mehta</a:t>
            </a:r>
            <a:endParaRPr lang="en-US" sz="1600" b="1" cap="all" dirty="0"/>
          </a:p>
          <a:p>
            <a:pPr algn="l">
              <a:spcAft>
                <a:spcPts val="600"/>
              </a:spcAft>
            </a:pPr>
            <a:r>
              <a:rPr lang="en-US" sz="1600" b="1" cap="all" dirty="0"/>
              <a:t>College Name: terna engineering college</a:t>
            </a:r>
          </a:p>
          <a:p>
            <a:pPr algn="l">
              <a:spcAft>
                <a:spcPts val="600"/>
              </a:spcAft>
            </a:pPr>
            <a:r>
              <a:rPr lang="en-US" sz="1600" b="1" cap="all" dirty="0"/>
              <a:t>Department: computer engineering </a:t>
            </a:r>
          </a:p>
          <a:p>
            <a:pPr algn="l">
              <a:spcAft>
                <a:spcPts val="600"/>
              </a:spcAft>
            </a:pPr>
            <a:r>
              <a:rPr lang="en-US" sz="1600" b="1" cap="all" dirty="0"/>
              <a:t>Email ID:ritikmehta2324@ternaengg.ac.in</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1ECFBA04-A138-DABA-8619-E8875C28E0C5}"/>
              </a:ext>
            </a:extLst>
          </p:cNvPr>
          <p:cNvPicPr>
            <a:picLocks noChangeAspect="1"/>
          </p:cNvPicPr>
          <p:nvPr/>
        </p:nvPicPr>
        <p:blipFill>
          <a:blip r:embed="rId5"/>
          <a:srcRect t="12285"/>
          <a:stretch>
            <a:fillRect/>
          </a:stretch>
        </p:blipFill>
        <p:spPr>
          <a:xfrm>
            <a:off x="6522418" y="707384"/>
            <a:ext cx="4230817" cy="4948043"/>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159883" y="1425822"/>
            <a:ext cx="10515600" cy="4251960"/>
          </a:xfrm>
        </p:spPr>
        <p:txBody>
          <a:bodyPr vert="horz" lIns="91440" tIns="45720" rIns="91440" bIns="45720" rtlCol="0">
            <a:normAutofit/>
          </a:bodyPr>
          <a:lstStyle/>
          <a:p>
            <a:pPr marL="0" indent="0">
              <a:buNone/>
            </a:pPr>
            <a:r>
              <a:rPr lang="en-US" sz="2400" dirty="0"/>
              <a:t>Recruitment processes generate large volumes of HR data, but manual analysis and fragmented systems make it difficult to gain meaningful insights. This leads to inefficiencies in hiring, poor tracking of recruitment performance, and delayed decision-making. An </a:t>
            </a:r>
            <a:r>
              <a:rPr lang="en-US" sz="2400" b="1" dirty="0"/>
              <a:t>HR Recruitment Analysis Dashboard</a:t>
            </a:r>
            <a:r>
              <a:rPr lang="en-US" sz="2400" dirty="0"/>
              <a:t> is needed to visualize recruitment data, identify trends and bottlenecks, and support effective, data-driven hiring decisions</a:t>
            </a:r>
            <a:r>
              <a:rPr lang="en-US" dirty="0"/>
              <a:t>.</a:t>
            </a:r>
          </a:p>
          <a:p>
            <a:pPr marL="0" indent="0">
              <a:buNone/>
            </a:pPr>
            <a:endParaRPr lang="en-US"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107107" y="1266031"/>
            <a:ext cx="10515600" cy="4251960"/>
          </a:xfrm>
        </p:spPr>
        <p:txBody>
          <a:bodyPr vert="horz" lIns="91440" tIns="45720" rIns="91440" bIns="45720" rtlCol="0" anchor="t">
            <a:noAutofit/>
          </a:bodyPr>
          <a:lstStyle/>
          <a:p>
            <a:r>
              <a:rPr lang="en-US" sz="1600" dirty="0"/>
              <a:t>The proposed system aims to improve recruitment decision-making by providing a centralized </a:t>
            </a:r>
            <a:r>
              <a:rPr lang="en-US" sz="1600" b="1" dirty="0"/>
              <a:t>HR Recruitment Analysis Dashboard</a:t>
            </a:r>
            <a:r>
              <a:rPr lang="en-US" sz="1600" dirty="0"/>
              <a:t> that transforms raw HR data into meaningful insights.</a:t>
            </a:r>
          </a:p>
          <a:p>
            <a:r>
              <a:rPr lang="en-US" sz="1600" b="1" dirty="0"/>
              <a:t>Data Collection:</a:t>
            </a:r>
            <a:br>
              <a:rPr lang="en-US" sz="1600" dirty="0"/>
            </a:br>
            <a:r>
              <a:rPr lang="en-US" sz="1600" dirty="0"/>
              <a:t>Recruitment-related data such as candidate details, hiring stages, departments, and attrition records are collected from historical HR datasets.</a:t>
            </a:r>
          </a:p>
          <a:p>
            <a:r>
              <a:rPr lang="en-US" sz="1600" b="1" dirty="0"/>
              <a:t>Data Preprocessing:</a:t>
            </a:r>
            <a:br>
              <a:rPr lang="en-US" sz="1600" dirty="0"/>
            </a:br>
            <a:r>
              <a:rPr lang="en-US" sz="1600" dirty="0"/>
              <a:t>The collected data is cleaned and preprocessed to handle missing values, inconsistencies, and duplicates. Relevant features are extracted to support effective analysis.</a:t>
            </a:r>
          </a:p>
          <a:p>
            <a:r>
              <a:rPr lang="en-US" sz="1600" b="1" dirty="0"/>
              <a:t>Data Analysis &amp; Visualization:</a:t>
            </a:r>
            <a:br>
              <a:rPr lang="en-US" sz="1600" dirty="0"/>
            </a:br>
            <a:r>
              <a:rPr lang="en-US" sz="1600" dirty="0"/>
              <a:t>Analytical techniques are applied to identify hiring trends, recruitment performance, and bottlenecks. Interactive visualizations are used to present insights in an intuitive manner.</a:t>
            </a:r>
          </a:p>
          <a:p>
            <a:r>
              <a:rPr lang="en-US" sz="1600" b="1" dirty="0"/>
              <a:t>Dashboard Development:</a:t>
            </a:r>
            <a:br>
              <a:rPr lang="en-US" sz="1600" dirty="0"/>
            </a:br>
            <a:r>
              <a:rPr lang="en-US" sz="1600" dirty="0"/>
              <a:t>A user-friendly dashboard is developed to allow HR professionals to monitor key recruitment metrics, filter data, and generate insights in real time.</a:t>
            </a:r>
          </a:p>
          <a:p>
            <a:r>
              <a:rPr lang="en-US" sz="1600" b="1" dirty="0"/>
              <a:t>Evaluation:</a:t>
            </a:r>
            <a:br>
              <a:rPr lang="en-US" sz="1600" dirty="0"/>
            </a:br>
            <a:r>
              <a:rPr lang="en-US" sz="1600" dirty="0"/>
              <a:t>The system is evaluated based on accuracy, usability, and effectiveness in supporting data-driven recruitment decisions.</a:t>
            </a:r>
          </a:p>
          <a:p>
            <a:r>
              <a:rPr lang="en-US" sz="1600" b="1" dirty="0"/>
              <a:t>Result:</a:t>
            </a:r>
            <a:br>
              <a:rPr lang="en-US" sz="1600" dirty="0"/>
            </a:br>
            <a:r>
              <a:rPr lang="en-US" sz="1600" dirty="0"/>
              <a:t>The proposed solution enables efficient recruitment analysis, improved hiring strategies, and informed workforce planning.</a:t>
            </a:r>
          </a:p>
          <a:p>
            <a:pPr marL="305435" indent="-305435">
              <a:spcBef>
                <a:spcPct val="20000"/>
              </a:spcBef>
              <a:spcAft>
                <a:spcPts val="600"/>
              </a:spcAft>
              <a:buFont typeface="Arial"/>
              <a:buChar char="•"/>
            </a:pP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474237"/>
            <a:ext cx="10515600" cy="4758612"/>
          </a:xfrm>
        </p:spPr>
        <p:txBody>
          <a:bodyPr vert="horz" lIns="91440" tIns="45720" rIns="91440" bIns="45720" rtlCol="0">
            <a:normAutofit fontScale="85000" lnSpcReduction="10000"/>
          </a:bodyPr>
          <a:lstStyle/>
          <a:p>
            <a:r>
              <a:rPr lang="en-IN" sz="2400" dirty="0"/>
              <a:t>The system approach outlines the methodology used to develop the </a:t>
            </a:r>
            <a:r>
              <a:rPr lang="en-IN" sz="2400" b="1" dirty="0"/>
              <a:t>HR Recruitment Analysis Dashboard</a:t>
            </a:r>
            <a:r>
              <a:rPr lang="en-IN" sz="2400" dirty="0"/>
              <a:t> using </a:t>
            </a:r>
            <a:r>
              <a:rPr lang="en-IN" sz="2400" b="1" dirty="0"/>
              <a:t>Power BI</a:t>
            </a:r>
            <a:r>
              <a:rPr lang="en-IN" sz="2400" dirty="0"/>
              <a:t> for effective visualization and decision-making.</a:t>
            </a:r>
          </a:p>
          <a:p>
            <a:pPr marL="0" indent="0">
              <a:buNone/>
            </a:pPr>
            <a:r>
              <a:rPr lang="en-IN" sz="2400" b="1" u="sng" dirty="0"/>
              <a:t>System Requirements:</a:t>
            </a:r>
          </a:p>
          <a:p>
            <a:r>
              <a:rPr lang="en-IN" sz="2400" dirty="0"/>
              <a:t>Historical HR recruitment dataset (CSV / Excel)</a:t>
            </a:r>
          </a:p>
          <a:p>
            <a:r>
              <a:rPr lang="en-IN" sz="2400" dirty="0"/>
              <a:t>Computer system with minimum 8 GB RAM</a:t>
            </a:r>
          </a:p>
          <a:p>
            <a:r>
              <a:rPr lang="en-IN" sz="2400" dirty="0"/>
              <a:t>Microsoft </a:t>
            </a:r>
            <a:r>
              <a:rPr lang="en-IN" sz="2400" b="1" dirty="0"/>
              <a:t>Power BI Desktop</a:t>
            </a:r>
            <a:endParaRPr lang="en-IN" sz="2400" dirty="0"/>
          </a:p>
          <a:p>
            <a:r>
              <a:rPr lang="en-IN" sz="2400" dirty="0"/>
              <a:t>Windows operating system</a:t>
            </a:r>
          </a:p>
          <a:p>
            <a:r>
              <a:rPr lang="en-IN" sz="2400" dirty="0"/>
              <a:t>Stable internet connection for data refresh and sharing</a:t>
            </a:r>
          </a:p>
          <a:p>
            <a:pPr marL="0" indent="0">
              <a:buNone/>
            </a:pPr>
            <a:r>
              <a:rPr lang="en-IN" sz="2400" b="1" u="sng" dirty="0"/>
              <a:t>Tools / Components Used:</a:t>
            </a:r>
          </a:p>
          <a:p>
            <a:r>
              <a:rPr lang="en-IN" sz="2400" b="1" dirty="0"/>
              <a:t>Power BI Desktop</a:t>
            </a:r>
            <a:r>
              <a:rPr lang="en-IN" sz="2400" dirty="0"/>
              <a:t> – Dashboard development and visualization</a:t>
            </a:r>
          </a:p>
          <a:p>
            <a:r>
              <a:rPr lang="en-IN" sz="2400" b="1" dirty="0"/>
              <a:t>Power Query</a:t>
            </a:r>
            <a:r>
              <a:rPr lang="en-IN" sz="2400" dirty="0"/>
              <a:t> – Data cleaning and transformation</a:t>
            </a:r>
          </a:p>
          <a:p>
            <a:r>
              <a:rPr lang="en-IN" sz="2400" b="1" dirty="0"/>
              <a:t>DAX (Data Analysis Expressions)</a:t>
            </a:r>
            <a:r>
              <a:rPr lang="en-IN" sz="2400" dirty="0"/>
              <a:t> – Calculated measures and KPIs</a:t>
            </a:r>
          </a:p>
          <a:p>
            <a:r>
              <a:rPr lang="en-IN" sz="2400" b="1" dirty="0"/>
              <a:t>Excel / CSV</a:t>
            </a:r>
            <a:r>
              <a:rPr lang="en-IN" sz="2400" dirty="0"/>
              <a:t> – Data source integration</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698" y="1334278"/>
            <a:ext cx="11004681" cy="5169159"/>
          </a:xfrm>
        </p:spPr>
        <p:txBody>
          <a:bodyPr vert="horz" lIns="91440" tIns="45720" rIns="91440" bIns="45720" rtlCol="0">
            <a:normAutofit/>
          </a:bodyPr>
          <a:lstStyle/>
          <a:p>
            <a:r>
              <a:rPr lang="en-US" sz="1600" dirty="0"/>
              <a:t>This section describes the analytical approach used to process and analyze recruitment data for the </a:t>
            </a:r>
            <a:r>
              <a:rPr lang="en-US" sz="1600" b="1" dirty="0"/>
              <a:t>HR Recruitment Analysis Dashboard</a:t>
            </a:r>
            <a:r>
              <a:rPr lang="en-US" sz="1600" dirty="0"/>
              <a:t>.</a:t>
            </a:r>
          </a:p>
          <a:p>
            <a:r>
              <a:rPr lang="en-US" sz="1600" b="1" dirty="0"/>
              <a:t>Algorithm Selection</a:t>
            </a:r>
          </a:p>
          <a:p>
            <a:r>
              <a:rPr lang="en-US" sz="1600" dirty="0"/>
              <a:t>The system uses </a:t>
            </a:r>
            <a:r>
              <a:rPr lang="en-US" sz="1600" b="1" dirty="0"/>
              <a:t>descriptive and diagnostic analytics</a:t>
            </a:r>
            <a:r>
              <a:rPr lang="en-US" sz="1600" dirty="0"/>
              <a:t> rather than predictive machine learning algorithms, as the objective is to analyze historical recruitment data and evaluate hiring performance. Power BI’s analytical engine and </a:t>
            </a:r>
            <a:r>
              <a:rPr lang="en-US" sz="1600" b="1" dirty="0"/>
              <a:t>DAX (Data Analysis Expressions)</a:t>
            </a:r>
            <a:r>
              <a:rPr lang="en-US" sz="1600" dirty="0"/>
              <a:t> are employed to compute recruitment metrics and generate insights.</a:t>
            </a:r>
          </a:p>
          <a:p>
            <a:r>
              <a:rPr lang="en-US" sz="1600" b="1" dirty="0"/>
              <a:t>Data Input</a:t>
            </a:r>
          </a:p>
          <a:p>
            <a:r>
              <a:rPr lang="en-US" sz="1600" dirty="0"/>
              <a:t>The algorithm takes HR recruitment data as input, including candidate details, job roles, departments, hiring status, recruitment stages, and attrition information. The data is imported from structured sources such as CSV or Excel files.</a:t>
            </a:r>
          </a:p>
          <a:p>
            <a:r>
              <a:rPr lang="en-US" sz="1600" b="1" dirty="0"/>
              <a:t>Processing Logic</a:t>
            </a:r>
          </a:p>
          <a:p>
            <a:r>
              <a:rPr lang="en-US" sz="1600" dirty="0"/>
              <a:t>Data preprocessing and transformation are performed using </a:t>
            </a:r>
            <a:r>
              <a:rPr lang="en-US" sz="1600" b="1" dirty="0"/>
              <a:t>Power Query</a:t>
            </a:r>
            <a:r>
              <a:rPr lang="en-US" sz="1600" dirty="0"/>
              <a:t> to handle missing values, remove inconsistencies, and standardize the data. Key performance indicators such as total hires, attrition rate, department-wise recruitment, and hiring trends are calculated using DAX formulas.</a:t>
            </a:r>
          </a:p>
          <a:p>
            <a:r>
              <a:rPr lang="en-US" sz="1600" b="1" dirty="0"/>
              <a:t>Analysis &amp; Output Generation</a:t>
            </a:r>
          </a:p>
          <a:p>
            <a:r>
              <a:rPr lang="en-US" sz="1600" dirty="0"/>
              <a:t>The processed data is visualized using interactive dashboards, charts, and slicers in Power BI. These visual outputs enable HR professionals to analyze recruitment trends, identify bottlenecks, and make informed, data-driven recruitment decisions.</a:t>
            </a:r>
          </a:p>
          <a:p>
            <a:pPr marL="305435" indent="-305435">
              <a:spcBef>
                <a:spcPct val="20000"/>
              </a:spcBef>
              <a:spcAft>
                <a:spcPts val="600"/>
              </a:spcAft>
              <a:buFont typeface="Arial"/>
              <a:buChar char="•"/>
            </a:pP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474237"/>
            <a:ext cx="10515600" cy="4361826"/>
          </a:xfrm>
        </p:spPr>
        <p:txBody>
          <a:bodyPr vert="horz" lIns="91440" tIns="45720" rIns="91440" bIns="45720" rtlCol="0">
            <a:normAutofit/>
          </a:bodyPr>
          <a:lstStyle/>
          <a:p>
            <a:r>
              <a:rPr lang="en-US" sz="2000" dirty="0"/>
              <a:t>The HR Recruitment Analysis Dashboard successfully provides meaningful insights into the recruitment process through interactive and visual analytics.</a:t>
            </a:r>
          </a:p>
          <a:p>
            <a:r>
              <a:rPr lang="en-US" sz="2000" dirty="0"/>
              <a:t>The dashboard presents key recruitment metrics such as total hires, department-wise recruitment, hiring trends, and attrition rates in a clear and intuitive manner. Visualizations including bar charts, line graphs, KPI cards, and filters enable users to compare recruitment performance across departments and time periods.</a:t>
            </a:r>
          </a:p>
          <a:p>
            <a:r>
              <a:rPr lang="en-US" sz="2000" dirty="0"/>
              <a:t>The results demonstrate improved visibility into recruitment patterns, helping HR teams identify bottlenecks, monitor hiring efficiency, and make informed, data-driven decisions. The use of Power BI ensures accurate, real-time analysis and enhances the overall effectiveness of recruitment planning and workforce management.</a:t>
            </a:r>
          </a:p>
          <a:p>
            <a:pPr marL="0" indent="0">
              <a:buNone/>
            </a:pPr>
            <a:r>
              <a:rPr lang="en-IN" sz="2000" dirty="0">
                <a:latin typeface="Franklin Gothic Book"/>
              </a:rPr>
              <a:t>.</a:t>
            </a:r>
            <a:endParaRPr lang="en-US" sz="20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3C676-ECA3-DED6-6849-9AEDB2771BF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5BAF365-22AA-D265-C73A-6D51E2169282}"/>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42C323A4-36EC-A00A-442F-0063C17C274E}"/>
              </a:ext>
            </a:extLst>
          </p:cNvPr>
          <p:cNvPicPr>
            <a:picLocks noChangeAspect="1"/>
          </p:cNvPicPr>
          <p:nvPr/>
        </p:nvPicPr>
        <p:blipFill>
          <a:blip r:embed="rId2"/>
          <a:stretch>
            <a:fillRect/>
          </a:stretch>
        </p:blipFill>
        <p:spPr>
          <a:xfrm>
            <a:off x="177282" y="705706"/>
            <a:ext cx="11196734" cy="5926653"/>
          </a:xfrm>
          <a:prstGeom prst="rect">
            <a:avLst/>
          </a:prstGeom>
        </p:spPr>
      </p:pic>
    </p:spTree>
    <p:extLst>
      <p:ext uri="{BB962C8B-B14F-4D97-AF65-F5344CB8AC3E}">
        <p14:creationId xmlns:p14="http://schemas.microsoft.com/office/powerpoint/2010/main" val="2613341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98BCE-5093-C9BD-AC23-2AC96DB90721}"/>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7E61E35-01F8-7A42-0DB7-124406098C31}"/>
              </a:ext>
            </a:extLst>
          </p:cNvPr>
          <p:cNvPicPr>
            <a:picLocks noGrp="1" noChangeAspect="1"/>
          </p:cNvPicPr>
          <p:nvPr>
            <p:ph idx="1"/>
          </p:nvPr>
        </p:nvPicPr>
        <p:blipFill>
          <a:blip r:embed="rId2"/>
          <a:stretch>
            <a:fillRect/>
          </a:stretch>
        </p:blipFill>
        <p:spPr/>
      </p:pic>
      <p:pic>
        <p:nvPicPr>
          <p:cNvPr id="7" name="Picture 6">
            <a:extLst>
              <a:ext uri="{FF2B5EF4-FFF2-40B4-BE49-F238E27FC236}">
                <a16:creationId xmlns:a16="http://schemas.microsoft.com/office/drawing/2014/main" id="{A879D322-585B-7D27-042A-6362B1A11047}"/>
              </a:ext>
            </a:extLst>
          </p:cNvPr>
          <p:cNvPicPr>
            <a:picLocks noChangeAspect="1"/>
          </p:cNvPicPr>
          <p:nvPr/>
        </p:nvPicPr>
        <p:blipFill>
          <a:blip r:embed="rId2"/>
          <a:stretch>
            <a:fillRect/>
          </a:stretch>
        </p:blipFill>
        <p:spPr>
          <a:xfrm>
            <a:off x="121297" y="688375"/>
            <a:ext cx="11112760" cy="5900072"/>
          </a:xfrm>
          <a:prstGeom prst="rect">
            <a:avLst/>
          </a:prstGeom>
        </p:spPr>
      </p:pic>
    </p:spTree>
    <p:extLst>
      <p:ext uri="{BB962C8B-B14F-4D97-AF65-F5344CB8AC3E}">
        <p14:creationId xmlns:p14="http://schemas.microsoft.com/office/powerpoint/2010/main" val="1371766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29E4-3E8B-5B9D-F785-D0B0D1D72E0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660E3F4-09D6-0A3B-E535-88908ED8389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EA6EC64-E972-68C8-8091-B522B0DC0851}"/>
              </a:ext>
            </a:extLst>
          </p:cNvPr>
          <p:cNvPicPr>
            <a:picLocks noChangeAspect="1"/>
          </p:cNvPicPr>
          <p:nvPr/>
        </p:nvPicPr>
        <p:blipFill>
          <a:blip r:embed="rId2"/>
          <a:stretch>
            <a:fillRect/>
          </a:stretch>
        </p:blipFill>
        <p:spPr>
          <a:xfrm>
            <a:off x="121297" y="656486"/>
            <a:ext cx="11196736" cy="6016937"/>
          </a:xfrm>
          <a:prstGeom prst="rect">
            <a:avLst/>
          </a:prstGeom>
        </p:spPr>
      </p:pic>
    </p:spTree>
    <p:extLst>
      <p:ext uri="{BB962C8B-B14F-4D97-AF65-F5344CB8AC3E}">
        <p14:creationId xmlns:p14="http://schemas.microsoft.com/office/powerpoint/2010/main" val="3205346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159953" y="1379795"/>
            <a:ext cx="10515600" cy="4251960"/>
          </a:xfrm>
        </p:spPr>
        <p:txBody>
          <a:bodyPr vert="horz" lIns="91440" tIns="45720" rIns="91440" bIns="45720" rtlCol="0">
            <a:normAutofit/>
          </a:bodyPr>
          <a:lstStyle/>
          <a:p>
            <a:pPr marL="0" indent="0">
              <a:buNone/>
            </a:pPr>
            <a:r>
              <a:rPr lang="en-US" sz="2400" dirty="0"/>
              <a:t>The HR Recruitment Analysis Dashboard provides an effective solution for analyzing and visualizing recruitment data using Power BI. By transforming raw HR data into interactive dashboards, the system enables HR professionals to monitor hiring trends, evaluate recruitment performance, and identify areas for improvement. The project enhances transparency, supports data-driven decision-making, and helps organizations improve recruitment efficiency and workforce planning.</a:t>
            </a:r>
          </a:p>
          <a:p>
            <a:pPr marL="0" indent="0">
              <a:buNone/>
            </a:pP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lnSpcReduction="10000"/>
          </a:bodyPr>
          <a:lstStyle/>
          <a:p>
            <a:r>
              <a:rPr lang="en-US" sz="2400" dirty="0"/>
              <a:t>The HR Recruitment Analysis Dashboard can be further enhanced by integrating additional HR data sources such as employee performance records, payroll data, and training information to provide deeper workforce insights. Real-time data integration from HR management systems can improve data accuracy and dashboard responsiveness.</a:t>
            </a:r>
          </a:p>
          <a:p>
            <a:r>
              <a:rPr lang="en-US" sz="2400" dirty="0"/>
              <a:t>Advanced analytics and machine learning techniques can be incorporated to predict hiring needs, employee attrition, and recruitment timelines. The system can also be expanded to support multi-location or region-wise recruitment analysis for large organizations.</a:t>
            </a:r>
          </a:p>
          <a:p>
            <a:r>
              <a:rPr lang="en-US" sz="2400" dirty="0"/>
              <a:t>Future enhancements may include automation of data refresh, role-based access control, cloud deployment using Power BI Service, and integration with AI-driven HR tools to support strategic workforce planning and decision-making.</a:t>
            </a:r>
          </a:p>
          <a:p>
            <a:pPr marL="0" indent="0">
              <a:spcBef>
                <a:spcPct val="20000"/>
              </a:spcBef>
              <a:spcAft>
                <a:spcPts val="600"/>
              </a:spcAft>
              <a:buNone/>
            </a:pPr>
            <a:endParaRPr lang="en-US" sz="2200" dirty="0">
              <a:latin typeface="Franklin Gothic Book"/>
            </a:endParaRPr>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dirty="0">
              <a:latin typeface="Aptos" panose="020B0004020202020204"/>
            </a:endParaRPr>
          </a:p>
          <a:p>
            <a:pPr marL="0" indent="0">
              <a:buNone/>
            </a:pPr>
            <a:r>
              <a:rPr lang="en-IN" sz="2200" dirty="0">
                <a:latin typeface="Franklin Gothic Book"/>
              </a:rPr>
              <a:t>GitHub Link</a:t>
            </a:r>
            <a:r>
              <a:rPr lang="en-IN" sz="2200">
                <a:latin typeface="Franklin Gothic Book"/>
              </a:rPr>
              <a:t>:</a:t>
            </a:r>
            <a:r>
              <a:rPr lang="en-IN" sz="2200">
                <a:solidFill>
                  <a:srgbClr val="0070C0"/>
                </a:solidFill>
                <a:latin typeface="Franklin Gothic Book"/>
              </a:rPr>
              <a:t> https://github.com/Ritikmehta080905/MS-ELEVATE-POWERBI-PROJECT</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1010</Words>
  <Application>Microsoft Office PowerPoint</Application>
  <PresentationFormat>Widescreen</PresentationFormat>
  <Paragraphs>66</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Ritik Mehta</cp:lastModifiedBy>
  <cp:revision>102</cp:revision>
  <dcterms:created xsi:type="dcterms:W3CDTF">2024-05-21T11:55:07Z</dcterms:created>
  <dcterms:modified xsi:type="dcterms:W3CDTF">2026-01-19T12:37:36Z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